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C49D28-3972-4D46-BD7C-F07045B779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3B4E962-E507-4A09-BE5D-04E294C11E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B989D30-CF0B-40AE-AA57-A690D4297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F7F9091-8CF5-4EF3-8A13-1CE6CA00F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715C05-EF98-44DA-AA3C-FC878854C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4327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FD0DC2-ED8D-411A-9CA3-DE53CB977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9673F5-7332-4BBE-841E-9A6040AF93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1F7B32-57DA-428F-8E9D-FE566A0D6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04C3C78-6C58-4369-B6F9-2AD5107B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A22FC0-A6DD-4A72-A3E1-CF8D7EE76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73270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DF8CC8-F9B6-4063-B0E4-45AA3209A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B9B1421-097B-418D-A997-591B0043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7F57615-4C96-4317-B2DB-4709E45C1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1C2D03-6A11-403E-BEFF-DB6B299B4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2EDB89-63B7-43F1-B10E-471D23FF6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78470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300062-E5F0-4A4F-AD54-43F5C6558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81E23BF-EFFB-42C5-80A9-07581452FC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A66C825-6DE5-4E27-8E82-721B42DDC8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AB22CF7-8EEC-4659-97FA-84F5860B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5F72876-4F42-4E46-A4E8-13A5EE21DE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F2D90E0-49A7-4984-82D1-918424BAD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2175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A6F6C-9C43-4B18-8498-7317FBD458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AE4DA9-DA32-4D9A-97B7-8D6954AF76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B0688B5-B424-4401-A843-D189BB6BD7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4418741-DECB-4E63-846B-DA0BBA2CBB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757E88-1065-45E2-ABC5-B34A602E73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D827E07E-FD39-48DE-AE5A-195F2E7B1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868F19F-218A-460E-865D-2FE663FFC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86C8D8-836E-4BD6-96B0-410B221A2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6592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5CA523C-B31A-4868-A91D-F09EBCE85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C8931FF-B564-4711-8D87-5BD97F3A9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1F14E2F-799E-462C-B905-50DF983E5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5E5733F-3A7D-49E4-A067-02B9CAF7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1777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EEC894-375F-4614-A1D7-62D2F2824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6A954DD-707C-4DC1-B68B-E115D42E4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58A078-8FBF-48B2-80C4-6A076088D0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61151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78C5DF-462C-4A76-9BDB-127CBDBB7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05E4A00-C7A9-4505-A1C3-10DC09AA75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BC6EC59-2500-4365-92AA-B14A17D73F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C33EBE1-E50C-477C-A98F-60EA080F0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F49FDDE-2452-488C-B849-080BA4494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D1B4AE-3DFA-4F47-90DA-1DD2ED937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8196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F38FC7-405F-4E28-B395-0EC349C85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D17FF0B-926E-49C7-939E-7B20A070F9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1EBB92-7764-4674-AAF8-30F852F13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986E6DE-E9C1-4CAA-BA2F-CE34249B7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566604D-8A42-4DDC-8160-B2FD8D866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A7806AC-1E42-4BA2-A542-C8516554D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7376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8916FE-13AD-4190-8431-EEB70D538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647302-98B1-4FF9-9050-3B696EF5B9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648FF2-DE91-4D83-92F9-C02FDA9B59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4821AF1-96EB-4278-8D62-6FB03E5C8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861AB8-D91F-4C83-A5FA-979D2191A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119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E7AECD8-C767-4195-81E7-4006C7ECD8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9C6FF19-7D0F-4EB7-8145-DFDFAFD5B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AC905D5-D503-4FD3-9DE0-A5C07323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19EEBF6-F63A-467D-A988-FFF4D1826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4F8E91-A1D4-4734-B234-BEE9B21CE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113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857103-3FBE-4FA7-89EA-8E0963B5F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EBDD7EF-33EE-4D75-BEC7-7709183E2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B41129C-4F44-4D63-9396-AEBF8260A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4BC306-FE29-46A2-B06F-3BE2E8A69EF9}" type="datetimeFigureOut">
              <a:rPr lang="zh-CN" altLang="en-US" smtClean="0"/>
              <a:t>2021/6/21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B26994-6A76-484B-98FD-FBC66692A3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97E1FE-7860-462D-AAB9-841E141A85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DBB69-CD3B-44E9-934D-23A53C11CF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5626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3C02D52-3463-4758-B40A-B209CB0ABA66}"/>
              </a:ext>
            </a:extLst>
          </p:cNvPr>
          <p:cNvSpPr/>
          <p:nvPr/>
        </p:nvSpPr>
        <p:spPr>
          <a:xfrm>
            <a:off x="5335398" y="201337"/>
            <a:ext cx="1191236" cy="4362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调用</a:t>
            </a:r>
            <a:r>
              <a:rPr lang="en-US" altLang="zh-CN" dirty="0"/>
              <a:t>login</a:t>
            </a:r>
            <a:endParaRPr lang="zh-CN" altLang="en-US" dirty="0"/>
          </a:p>
        </p:txBody>
      </p:sp>
      <p:sp>
        <p:nvSpPr>
          <p:cNvPr id="6" name="矩形: 一个圆顶角，剪去另一个顶角 5">
            <a:extLst>
              <a:ext uri="{FF2B5EF4-FFF2-40B4-BE49-F238E27FC236}">
                <a16:creationId xmlns:a16="http://schemas.microsoft.com/office/drawing/2014/main" id="{EDD6EBAB-FFAF-4BAD-848A-95FDC9C8A74D}"/>
              </a:ext>
            </a:extLst>
          </p:cNvPr>
          <p:cNvSpPr/>
          <p:nvPr/>
        </p:nvSpPr>
        <p:spPr>
          <a:xfrm>
            <a:off x="4949504" y="1065402"/>
            <a:ext cx="1954635" cy="436226"/>
          </a:xfrm>
          <a:prstGeom prst="snip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Token = void 0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54A2E07-410E-4C84-9BC0-0314577AA6E1}"/>
              </a:ext>
            </a:extLst>
          </p:cNvPr>
          <p:cNvCxnSpPr>
            <a:stCxn id="4" idx="2"/>
            <a:endCxn id="6" idx="3"/>
          </p:cNvCxnSpPr>
          <p:nvPr/>
        </p:nvCxnSpPr>
        <p:spPr>
          <a:xfrm flipH="1">
            <a:off x="5926822" y="637563"/>
            <a:ext cx="4194" cy="42783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F61E2AFC-1270-4DE4-9A81-3E2B92407834}"/>
              </a:ext>
            </a:extLst>
          </p:cNvPr>
          <p:cNvSpPr/>
          <p:nvPr/>
        </p:nvSpPr>
        <p:spPr>
          <a:xfrm>
            <a:off x="8103765" y="1019261"/>
            <a:ext cx="1862356" cy="52850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测试环境， 直接配置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EAB2B2F9-56D5-4BB3-90D7-5EB14BBF2D74}"/>
              </a:ext>
            </a:extLst>
          </p:cNvPr>
          <p:cNvCxnSpPr>
            <a:stCxn id="6" idx="0"/>
            <a:endCxn id="9" idx="1"/>
          </p:cNvCxnSpPr>
          <p:nvPr/>
        </p:nvCxnSpPr>
        <p:spPr>
          <a:xfrm>
            <a:off x="6904139" y="1283515"/>
            <a:ext cx="119962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CA058EFD-CF63-4B0B-BCB5-38A35BB38B04}"/>
              </a:ext>
            </a:extLst>
          </p:cNvPr>
          <p:cNvSpPr txBox="1"/>
          <p:nvPr/>
        </p:nvSpPr>
        <p:spPr>
          <a:xfrm>
            <a:off x="7007288" y="861644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15" name="矩形: 一个圆顶角，剪去另一个顶角 14">
            <a:extLst>
              <a:ext uri="{FF2B5EF4-FFF2-40B4-BE49-F238E27FC236}">
                <a16:creationId xmlns:a16="http://schemas.microsoft.com/office/drawing/2014/main" id="{96906B15-D142-4D91-BA72-829C418C1993}"/>
              </a:ext>
            </a:extLst>
          </p:cNvPr>
          <p:cNvSpPr/>
          <p:nvPr/>
        </p:nvSpPr>
        <p:spPr>
          <a:xfrm>
            <a:off x="4999837" y="2189527"/>
            <a:ext cx="1853967" cy="587230"/>
          </a:xfrm>
          <a:prstGeom prst="snip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全局是否有 </a:t>
            </a:r>
            <a:r>
              <a:rPr lang="en-US" altLang="zh-CN" dirty="0"/>
              <a:t>token </a:t>
            </a:r>
            <a:r>
              <a:rPr lang="zh-CN" altLang="en-US" dirty="0"/>
              <a:t>缓存</a:t>
            </a: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AA28CB6-D1EB-4E32-9010-6B9571BB90E2}"/>
              </a:ext>
            </a:extLst>
          </p:cNvPr>
          <p:cNvCxnSpPr>
            <a:stCxn id="6" idx="1"/>
            <a:endCxn id="15" idx="3"/>
          </p:cNvCxnSpPr>
          <p:nvPr/>
        </p:nvCxnSpPr>
        <p:spPr>
          <a:xfrm flipH="1">
            <a:off x="5926821" y="1501628"/>
            <a:ext cx="1" cy="6878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86F96630-50D9-4699-BA97-522E979A7AD3}"/>
              </a:ext>
            </a:extLst>
          </p:cNvPr>
          <p:cNvSpPr txBox="1"/>
          <p:nvPr/>
        </p:nvSpPr>
        <p:spPr>
          <a:xfrm>
            <a:off x="4949504" y="1660911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19" name="流程图: 文档 18">
            <a:extLst>
              <a:ext uri="{FF2B5EF4-FFF2-40B4-BE49-F238E27FC236}">
                <a16:creationId xmlns:a16="http://schemas.microsoft.com/office/drawing/2014/main" id="{9B406600-0CD2-4DF6-A7FE-A6CC55E52B6D}"/>
              </a:ext>
            </a:extLst>
          </p:cNvPr>
          <p:cNvSpPr/>
          <p:nvPr/>
        </p:nvSpPr>
        <p:spPr>
          <a:xfrm>
            <a:off x="8567956" y="2265029"/>
            <a:ext cx="933973" cy="436226"/>
          </a:xfrm>
          <a:prstGeom prst="flowChartDocumen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</a:t>
            </a: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D160C56-0FD7-4619-8825-3F864C02DC32}"/>
              </a:ext>
            </a:extLst>
          </p:cNvPr>
          <p:cNvCxnSpPr>
            <a:stCxn id="15" idx="0"/>
            <a:endCxn id="19" idx="1"/>
          </p:cNvCxnSpPr>
          <p:nvPr/>
        </p:nvCxnSpPr>
        <p:spPr>
          <a:xfrm>
            <a:off x="6853804" y="2483142"/>
            <a:ext cx="171415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3A7B748F-43C7-4A02-9111-B37282040D59}"/>
              </a:ext>
            </a:extLst>
          </p:cNvPr>
          <p:cNvCxnSpPr>
            <a:stCxn id="9" idx="2"/>
            <a:endCxn id="19" idx="0"/>
          </p:cNvCxnSpPr>
          <p:nvPr/>
        </p:nvCxnSpPr>
        <p:spPr>
          <a:xfrm>
            <a:off x="9034943" y="1547768"/>
            <a:ext cx="0" cy="7172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本框 25">
            <a:extLst>
              <a:ext uri="{FF2B5EF4-FFF2-40B4-BE49-F238E27FC236}">
                <a16:creationId xmlns:a16="http://schemas.microsoft.com/office/drawing/2014/main" id="{85089C84-512E-49E5-BEB9-233C1AB2367E}"/>
              </a:ext>
            </a:extLst>
          </p:cNvPr>
          <p:cNvSpPr txBox="1"/>
          <p:nvPr/>
        </p:nvSpPr>
        <p:spPr>
          <a:xfrm>
            <a:off x="7018158" y="2113810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有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18F36F06-90A9-4800-8730-B78F0D7EA78A}"/>
              </a:ext>
            </a:extLst>
          </p:cNvPr>
          <p:cNvSpPr txBox="1"/>
          <p:nvPr/>
        </p:nvSpPr>
        <p:spPr>
          <a:xfrm>
            <a:off x="4949503" y="2785039"/>
            <a:ext cx="9765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sp>
        <p:nvSpPr>
          <p:cNvPr id="29" name="矩形: 一个圆顶角，剪去另一个顶角 28">
            <a:extLst>
              <a:ext uri="{FF2B5EF4-FFF2-40B4-BE49-F238E27FC236}">
                <a16:creationId xmlns:a16="http://schemas.microsoft.com/office/drawing/2014/main" id="{13F1FFF9-B9D9-4A14-9088-1C01B5A1F743}"/>
              </a:ext>
            </a:extLst>
          </p:cNvPr>
          <p:cNvSpPr/>
          <p:nvPr/>
        </p:nvSpPr>
        <p:spPr>
          <a:xfrm>
            <a:off x="5259129" y="3368124"/>
            <a:ext cx="1333845" cy="671012"/>
          </a:xfrm>
          <a:prstGeom prst="snip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Login </a:t>
            </a:r>
            <a:r>
              <a:rPr lang="zh-CN" altLang="en-US" dirty="0"/>
              <a:t>获取 </a:t>
            </a:r>
            <a:r>
              <a:rPr lang="en-US" altLang="zh-CN" dirty="0"/>
              <a:t>code</a:t>
            </a:r>
            <a:endParaRPr lang="zh-CN" altLang="en-US" dirty="0"/>
          </a:p>
        </p:txBody>
      </p:sp>
      <p:sp>
        <p:nvSpPr>
          <p:cNvPr id="31" name="矩形: 一个圆顶角，剪去另一个顶角 30">
            <a:extLst>
              <a:ext uri="{FF2B5EF4-FFF2-40B4-BE49-F238E27FC236}">
                <a16:creationId xmlns:a16="http://schemas.microsoft.com/office/drawing/2014/main" id="{3AB21F81-6CB7-49BB-ABFF-FFA213EB8EAF}"/>
              </a:ext>
            </a:extLst>
          </p:cNvPr>
          <p:cNvSpPr/>
          <p:nvPr/>
        </p:nvSpPr>
        <p:spPr>
          <a:xfrm>
            <a:off x="5259128" y="4685360"/>
            <a:ext cx="1333845" cy="671012"/>
          </a:xfrm>
          <a:prstGeom prst="snip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getTken</a:t>
            </a:r>
            <a:r>
              <a:rPr lang="en-US" altLang="zh-CN" dirty="0"/>
              <a:t> </a:t>
            </a:r>
            <a:r>
              <a:rPr lang="zh-CN" altLang="en-US" dirty="0"/>
              <a:t>获取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336BA9D4-B2F8-4013-8DB0-7F369AE2D7AE}"/>
              </a:ext>
            </a:extLst>
          </p:cNvPr>
          <p:cNvCxnSpPr>
            <a:stCxn id="15" idx="1"/>
            <a:endCxn id="29" idx="3"/>
          </p:cNvCxnSpPr>
          <p:nvPr/>
        </p:nvCxnSpPr>
        <p:spPr>
          <a:xfrm flipH="1">
            <a:off x="5926052" y="2776757"/>
            <a:ext cx="769" cy="5913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>
            <a:extLst>
              <a:ext uri="{FF2B5EF4-FFF2-40B4-BE49-F238E27FC236}">
                <a16:creationId xmlns:a16="http://schemas.microsoft.com/office/drawing/2014/main" id="{8BFA5A18-440B-4D14-97B4-B00DBE420001}"/>
              </a:ext>
            </a:extLst>
          </p:cNvPr>
          <p:cNvCxnSpPr>
            <a:stCxn id="29" idx="1"/>
            <a:endCxn id="31" idx="3"/>
          </p:cNvCxnSpPr>
          <p:nvPr/>
        </p:nvCxnSpPr>
        <p:spPr>
          <a:xfrm flipH="1">
            <a:off x="5926051" y="4039136"/>
            <a:ext cx="1" cy="6462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0ADD945F-F516-4020-9361-9AA283C21E52}"/>
              </a:ext>
            </a:extLst>
          </p:cNvPr>
          <p:cNvSpPr/>
          <p:nvPr/>
        </p:nvSpPr>
        <p:spPr>
          <a:xfrm>
            <a:off x="2688560" y="4056239"/>
            <a:ext cx="1172919" cy="5872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提示用户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D0F3C211-7991-4547-8363-5622C2DDAD61}"/>
              </a:ext>
            </a:extLst>
          </p:cNvPr>
          <p:cNvSpPr txBox="1"/>
          <p:nvPr/>
        </p:nvSpPr>
        <p:spPr>
          <a:xfrm>
            <a:off x="4781400" y="41651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获取成功</a:t>
            </a:r>
          </a:p>
        </p:txBody>
      </p: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9708F89B-C28C-4931-93FD-109152B8E1C0}"/>
              </a:ext>
            </a:extLst>
          </p:cNvPr>
          <p:cNvCxnSpPr>
            <a:stCxn id="29" idx="2"/>
            <a:endCxn id="36" idx="0"/>
          </p:cNvCxnSpPr>
          <p:nvPr/>
        </p:nvCxnSpPr>
        <p:spPr>
          <a:xfrm rot="10800000" flipV="1">
            <a:off x="3275021" y="3703629"/>
            <a:ext cx="1984109" cy="35260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连接符: 肘形 44">
            <a:extLst>
              <a:ext uri="{FF2B5EF4-FFF2-40B4-BE49-F238E27FC236}">
                <a16:creationId xmlns:a16="http://schemas.microsoft.com/office/drawing/2014/main" id="{DF6EB2A2-171C-4665-B062-887F0DC1C4C7}"/>
              </a:ext>
            </a:extLst>
          </p:cNvPr>
          <p:cNvCxnSpPr>
            <a:stCxn id="31" idx="2"/>
            <a:endCxn id="36" idx="2"/>
          </p:cNvCxnSpPr>
          <p:nvPr/>
        </p:nvCxnSpPr>
        <p:spPr>
          <a:xfrm rot="10800000">
            <a:off x="3275020" y="4643470"/>
            <a:ext cx="1984108" cy="37739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流程图: 文档 45">
            <a:extLst>
              <a:ext uri="{FF2B5EF4-FFF2-40B4-BE49-F238E27FC236}">
                <a16:creationId xmlns:a16="http://schemas.microsoft.com/office/drawing/2014/main" id="{CA6FF1BF-436D-4ED4-9D42-D3C8A5EBBDE1}"/>
              </a:ext>
            </a:extLst>
          </p:cNvPr>
          <p:cNvSpPr/>
          <p:nvPr/>
        </p:nvSpPr>
        <p:spPr>
          <a:xfrm>
            <a:off x="722301" y="4165188"/>
            <a:ext cx="933973" cy="436226"/>
          </a:xfrm>
          <a:prstGeom prst="flowChartDocumen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退出</a:t>
            </a: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6C9BFEA-E475-4A16-8EDA-7B54B0B084AF}"/>
              </a:ext>
            </a:extLst>
          </p:cNvPr>
          <p:cNvCxnSpPr>
            <a:stCxn id="36" idx="1"/>
            <a:endCxn id="46" idx="3"/>
          </p:cNvCxnSpPr>
          <p:nvPr/>
        </p:nvCxnSpPr>
        <p:spPr>
          <a:xfrm flipH="1">
            <a:off x="1656274" y="4349854"/>
            <a:ext cx="103228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B50CE8A3-BC91-4040-A642-229718C076F1}"/>
              </a:ext>
            </a:extLst>
          </p:cNvPr>
          <p:cNvSpPr txBox="1"/>
          <p:nvPr/>
        </p:nvSpPr>
        <p:spPr>
          <a:xfrm>
            <a:off x="3045203" y="3325936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获取失败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1CC7872F-685F-4EA0-95A0-9CBBAD076D58}"/>
              </a:ext>
            </a:extLst>
          </p:cNvPr>
          <p:cNvSpPr txBox="1"/>
          <p:nvPr/>
        </p:nvSpPr>
        <p:spPr>
          <a:xfrm>
            <a:off x="3045203" y="5046034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获取失败</a:t>
            </a: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08DDA4B8-4D36-4A81-9EBE-0F37177581B2}"/>
              </a:ext>
            </a:extLst>
          </p:cNvPr>
          <p:cNvSpPr/>
          <p:nvPr/>
        </p:nvSpPr>
        <p:spPr>
          <a:xfrm>
            <a:off x="8177866" y="4758765"/>
            <a:ext cx="1714151" cy="5242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配置</a:t>
            </a:r>
            <a:r>
              <a:rPr lang="en-US" altLang="zh-CN" dirty="0"/>
              <a:t>token</a:t>
            </a:r>
            <a:endParaRPr lang="zh-CN" altLang="en-US" dirty="0"/>
          </a:p>
        </p:txBody>
      </p:sp>
      <p:cxnSp>
        <p:nvCxnSpPr>
          <p:cNvPr id="53" name="直接箭头连接符 52">
            <a:extLst>
              <a:ext uri="{FF2B5EF4-FFF2-40B4-BE49-F238E27FC236}">
                <a16:creationId xmlns:a16="http://schemas.microsoft.com/office/drawing/2014/main" id="{CC726BD9-F45D-4911-A780-2EEC33CEE5AA}"/>
              </a:ext>
            </a:extLst>
          </p:cNvPr>
          <p:cNvCxnSpPr>
            <a:cxnSpLocks/>
            <a:stCxn id="31" idx="0"/>
            <a:endCxn id="51" idx="1"/>
          </p:cNvCxnSpPr>
          <p:nvPr/>
        </p:nvCxnSpPr>
        <p:spPr>
          <a:xfrm>
            <a:off x="6592973" y="5020866"/>
            <a:ext cx="158489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F83E5226-D998-4219-BF6C-30F49B55C24A}"/>
              </a:ext>
            </a:extLst>
          </p:cNvPr>
          <p:cNvCxnSpPr>
            <a:stCxn id="51" idx="0"/>
            <a:endCxn id="19" idx="2"/>
          </p:cNvCxnSpPr>
          <p:nvPr/>
        </p:nvCxnSpPr>
        <p:spPr>
          <a:xfrm flipV="1">
            <a:off x="9034942" y="2672416"/>
            <a:ext cx="1" cy="2086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文本框 58">
            <a:extLst>
              <a:ext uri="{FF2B5EF4-FFF2-40B4-BE49-F238E27FC236}">
                <a16:creationId xmlns:a16="http://schemas.microsoft.com/office/drawing/2014/main" id="{D92CA232-1F48-4399-850D-C04EEC00C8DF}"/>
              </a:ext>
            </a:extLst>
          </p:cNvPr>
          <p:cNvSpPr txBox="1"/>
          <p:nvPr/>
        </p:nvSpPr>
        <p:spPr>
          <a:xfrm>
            <a:off x="6831421" y="463462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获取成功</a:t>
            </a: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BD656A01-B19E-4DA6-8534-00AEE6A9258E}"/>
              </a:ext>
            </a:extLst>
          </p:cNvPr>
          <p:cNvSpPr txBox="1"/>
          <p:nvPr/>
        </p:nvSpPr>
        <p:spPr>
          <a:xfrm>
            <a:off x="360727" y="63756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登录流程</a:t>
            </a:r>
          </a:p>
        </p:txBody>
      </p:sp>
    </p:spTree>
    <p:extLst>
      <p:ext uri="{BB962C8B-B14F-4D97-AF65-F5344CB8AC3E}">
        <p14:creationId xmlns:p14="http://schemas.microsoft.com/office/powerpoint/2010/main" val="610380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47</Words>
  <Application>Microsoft Office PowerPoint</Application>
  <PresentationFormat>宽屏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樊 鹏飞</dc:creator>
  <cp:lastModifiedBy>樊 鹏飞</cp:lastModifiedBy>
  <cp:revision>4</cp:revision>
  <dcterms:created xsi:type="dcterms:W3CDTF">2021-06-21T06:48:35Z</dcterms:created>
  <dcterms:modified xsi:type="dcterms:W3CDTF">2021-06-21T07:01:09Z</dcterms:modified>
</cp:coreProperties>
</file>